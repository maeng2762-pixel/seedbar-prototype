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EDBAR_MASTER">
    <p:bg>
      <p:bgPr>
        <a:solidFill>
          <a:srgbClr val="0D0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B13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4886325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</a:rPr>
              <a:t>Seedbar AI Choreography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13EC"/>
                </a:solidFill>
              </a:rPr>
              <a:t>AI CHOREOGRAPHY PRODUCTION BUNDLE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Artistic Narrative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solidFill>
            <a:srgbClr val="1A15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</a:rPr>
              <a:t>Phase 1: 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1371600"/>
            <a:ext cx="3657600" cy="1828800"/>
          </a:xfrm>
          <a:prstGeom prst="rect">
            <a:avLst/>
          </a:prstGeom>
          <a:solidFill>
            <a:srgbClr val="1A15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</a:rPr>
              <a:t>Phase 2: 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2026-03-11T05:29:09Z</dcterms:created>
  <dcterms:modified xsi:type="dcterms:W3CDTF">2026-03-11T05:29:09Z</dcterms:modified>
</cp:coreProperties>
</file>